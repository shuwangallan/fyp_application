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0688638" cy="15155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AA1C62-357C-EB43-92C7-C3D156B57758}" name="Sara Hassan" initials="SH" userId="S::sara.hassan@bcu.ac.uk::d27902d9-0807-4afc-88d5-1b6bcbbedacb" providerId="AD"/>
  <p188:author id="{D7E78E9C-7A1B-8D94-0BE7-98B86C062E17}" name="Amna Dridi" initials="AD" userId="S::amna.dridi@bcu.ac.uk::db1d18fe-1b41-4bfb-9ae2-492bf2be32fb" providerId="AD"/>
  <p188:author id="{39B733DA-1FF7-1B03-A38D-7D70DDB274A0}" name="Gerald Feldman" initials="GF" userId="S::Gerald.Feldman@bcu.ac.uk::660f4f78-9b9b-4a79-9609-7c79c40cb8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F1CB"/>
    <a:srgbClr val="ADE3F9"/>
    <a:srgbClr val="C9C9C9"/>
    <a:srgbClr val="FDFCC0"/>
    <a:srgbClr val="FAFA90"/>
    <a:srgbClr val="FFD85B"/>
    <a:srgbClr val="FFD243"/>
    <a:srgbClr val="DBDBD7"/>
    <a:srgbClr val="FFD653"/>
    <a:srgbClr val="0F2E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F284F-9238-4C00-8BB5-3107B5233242}" v="16" dt="2026-03-22T18:19:2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622" y="-2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837A30A-4697-1492-B3AA-B246D3668A30}"/>
    <pc:docChg chg="modSld">
      <pc:chgData name="" userId="" providerId="" clId="Web-{3837A30A-4697-1492-B3AA-B246D3668A30}" dt="2026-02-20T11:06:35.750" v="2" actId="20577"/>
      <pc:docMkLst>
        <pc:docMk/>
      </pc:docMkLst>
      <pc:sldChg chg="modSp">
        <pc:chgData name="" userId="" providerId="" clId="Web-{3837A30A-4697-1492-B3AA-B246D3668A30}" dt="2026-02-20T11:06:35.750" v="2" actId="20577"/>
        <pc:sldMkLst>
          <pc:docMk/>
          <pc:sldMk cId="0" sldId="257"/>
        </pc:sldMkLst>
      </pc:sldChg>
    </pc:docChg>
  </pc:docChgLst>
  <pc:docChgLst>
    <pc:chgData name="Gerald Feldman" userId="S::gerald.feldman@bcu.ac.uk::660f4f78-9b9b-4a79-9609-7c79c40cb83c" providerId="AD" clId="Web-{3837A30A-4697-1492-B3AA-B246D3668A30}"/>
    <pc:docChg chg="modSld">
      <pc:chgData name="Gerald Feldman" userId="S::gerald.feldman@bcu.ac.uk::660f4f78-9b9b-4a79-9609-7c79c40cb83c" providerId="AD" clId="Web-{3837A30A-4697-1492-B3AA-B246D3668A30}" dt="2026-02-20T11:06:38.328" v="0" actId="20577"/>
      <pc:docMkLst>
        <pc:docMk/>
      </pc:docMkLst>
      <pc:sldChg chg="modSp">
        <pc:chgData name="Gerald Feldman" userId="S::gerald.feldman@bcu.ac.uk::660f4f78-9b9b-4a79-9609-7c79c40cb83c" providerId="AD" clId="Web-{3837A30A-4697-1492-B3AA-B246D3668A30}" dt="2026-02-20T11:06:38.328" v="0" actId="20577"/>
        <pc:sldMkLst>
          <pc:docMk/>
          <pc:sldMk cId="0" sldId="257"/>
        </pc:sldMkLst>
      </pc:sldChg>
    </pc:docChg>
  </pc:docChgLst>
  <pc:docChgLst>
    <pc:chgData name="Gerald Feldman" userId="660f4f78-9b9b-4a79-9609-7c79c40cb83c" providerId="ADAL" clId="{8885A9BA-AFED-4C44-86E1-220F64311597}"/>
    <pc:docChg chg="undo custSel modSld modMainMaster">
      <pc:chgData name="Gerald Feldman" userId="660f4f78-9b9b-4a79-9609-7c79c40cb83c" providerId="ADAL" clId="{8885A9BA-AFED-4C44-86E1-220F64311597}" dt="2026-03-22T18:20:16.420" v="334" actId="113"/>
      <pc:docMkLst>
        <pc:docMk/>
      </pc:docMkLst>
      <pc:sldChg chg="addSp delSp modSp mod">
        <pc:chgData name="Gerald Feldman" userId="660f4f78-9b9b-4a79-9609-7c79c40cb83c" providerId="ADAL" clId="{8885A9BA-AFED-4C44-86E1-220F64311597}" dt="2026-03-22T18:20:16.420" v="334" actId="113"/>
        <pc:sldMkLst>
          <pc:docMk/>
          <pc:sldMk cId="0" sldId="257"/>
        </pc:sldMkLst>
        <pc:spChg chg="add del">
          <ac:chgData name="Gerald Feldman" userId="660f4f78-9b9b-4a79-9609-7c79c40cb83c" providerId="ADAL" clId="{8885A9BA-AFED-4C44-86E1-220F64311597}" dt="2026-03-22T18:01:45.510" v="96" actId="478"/>
          <ac:spMkLst>
            <pc:docMk/>
            <pc:sldMk cId="0" sldId="257"/>
            <ac:spMk id="2" creationId="{F5B82BFB-0545-AD4F-6EFD-D43326E01034}"/>
          </ac:spMkLst>
        </pc:spChg>
        <pc:spChg chg="add mod">
          <ac:chgData name="Gerald Feldman" userId="660f4f78-9b9b-4a79-9609-7c79c40cb83c" providerId="ADAL" clId="{8885A9BA-AFED-4C44-86E1-220F64311597}" dt="2026-03-22T18:15:22.966" v="251" actId="207"/>
          <ac:spMkLst>
            <pc:docMk/>
            <pc:sldMk cId="0" sldId="257"/>
            <ac:spMk id="3" creationId="{E5C7FD3E-34AB-B1E1-06B8-B6A30E4A896E}"/>
          </ac:spMkLst>
        </pc:spChg>
        <pc:spChg chg="add mod">
          <ac:chgData name="Gerald Feldman" userId="660f4f78-9b9b-4a79-9609-7c79c40cb83c" providerId="ADAL" clId="{8885A9BA-AFED-4C44-86E1-220F64311597}" dt="2026-03-22T18:15:22.966" v="251" actId="207"/>
          <ac:spMkLst>
            <pc:docMk/>
            <pc:sldMk cId="0" sldId="257"/>
            <ac:spMk id="4" creationId="{823CEC3A-E351-F164-E3D6-C30A6E531DF9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5" creationId="{3A656E95-E7D7-D772-F2CA-F10192352425}"/>
          </ac:spMkLst>
        </pc:spChg>
        <pc:spChg chg="add del">
          <ac:chgData name="Gerald Feldman" userId="660f4f78-9b9b-4a79-9609-7c79c40cb83c" providerId="ADAL" clId="{8885A9BA-AFED-4C44-86E1-220F64311597}" dt="2026-03-22T18:05:28.673" v="133" actId="478"/>
          <ac:spMkLst>
            <pc:docMk/>
            <pc:sldMk cId="0" sldId="257"/>
            <ac:spMk id="6" creationId="{FFB0B608-F8F1-39B0-C92E-F26530017109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7" creationId="{F0B6CBD5-50D5-6A2F-CDAC-BB12D789772A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8" creationId="{75FEE14C-A8AE-8B6F-DBE0-BA9FACDC0C24}"/>
          </ac:spMkLst>
        </pc:spChg>
        <pc:spChg chg="add del mod">
          <ac:chgData name="Gerald Feldman" userId="660f4f78-9b9b-4a79-9609-7c79c40cb83c" providerId="ADAL" clId="{8885A9BA-AFED-4C44-86E1-220F64311597}" dt="2026-03-22T18:06:56.138" v="148" actId="478"/>
          <ac:spMkLst>
            <pc:docMk/>
            <pc:sldMk cId="0" sldId="257"/>
            <ac:spMk id="10" creationId="{6AA37FA3-5D17-4B9F-7F7B-28B11975A46A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1" creationId="{11262157-D873-1596-CF86-6AB49379A25A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2" creationId="{27F8C09F-606C-843C-B801-78CE17CF991E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3" creationId="{60FD3867-7FB0-2B1B-E667-238035004609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4" creationId="{12119F64-6EDC-4164-A629-E61EF4E8D722}"/>
          </ac:spMkLst>
        </pc:spChg>
        <pc:spChg chg="del mod">
          <ac:chgData name="Gerald Feldman" userId="660f4f78-9b9b-4a79-9609-7c79c40cb83c" providerId="ADAL" clId="{8885A9BA-AFED-4C44-86E1-220F64311597}" dt="2026-03-22T18:18:15.727" v="297" actId="478"/>
          <ac:spMkLst>
            <pc:docMk/>
            <pc:sldMk cId="0" sldId="257"/>
            <ac:spMk id="16" creationId="{1F6ED503-59FF-CC6A-D9F5-736CB0C796CC}"/>
          </ac:spMkLst>
        </pc:spChg>
        <pc:spChg chg="mod ord">
          <ac:chgData name="Gerald Feldman" userId="660f4f78-9b9b-4a79-9609-7c79c40cb83c" providerId="ADAL" clId="{8885A9BA-AFED-4C44-86E1-220F64311597}" dt="2026-03-22T18:19:59.970" v="330" actId="14100"/>
          <ac:spMkLst>
            <pc:docMk/>
            <pc:sldMk cId="0" sldId="257"/>
            <ac:spMk id="17" creationId="{57C7119D-BBE0-B136-4EC1-D3F92F4408DD}"/>
          </ac:spMkLst>
        </pc:spChg>
        <pc:spChg chg="del mod">
          <ac:chgData name="Gerald Feldman" userId="660f4f78-9b9b-4a79-9609-7c79c40cb83c" providerId="ADAL" clId="{8885A9BA-AFED-4C44-86E1-220F64311597}" dt="2026-03-22T18:18:27.687" v="299" actId="478"/>
          <ac:spMkLst>
            <pc:docMk/>
            <pc:sldMk cId="0" sldId="257"/>
            <ac:spMk id="19" creationId="{61DF40F9-7991-4A9A-F2CB-321307EBA57F}"/>
          </ac:spMkLst>
        </pc:spChg>
        <pc:spChg chg="del mod">
          <ac:chgData name="Gerald Feldman" userId="660f4f78-9b9b-4a79-9609-7c79c40cb83c" providerId="ADAL" clId="{8885A9BA-AFED-4C44-86E1-220F64311597}" dt="2026-03-22T18:04:03.324" v="118" actId="478"/>
          <ac:spMkLst>
            <pc:docMk/>
            <pc:sldMk cId="0" sldId="257"/>
            <ac:spMk id="20" creationId="{D4249BC1-048D-014D-1D4E-79EBF212619F}"/>
          </ac:spMkLst>
        </pc:spChg>
        <pc:spChg chg="del mod">
          <ac:chgData name="Gerald Feldman" userId="660f4f78-9b9b-4a79-9609-7c79c40cb83c" providerId="ADAL" clId="{8885A9BA-AFED-4C44-86E1-220F64311597}" dt="2026-03-22T18:08:49.198" v="165" actId="478"/>
          <ac:spMkLst>
            <pc:docMk/>
            <pc:sldMk cId="0" sldId="257"/>
            <ac:spMk id="21" creationId="{AA080095-D802-DE58-9D13-CF3BA60EC524}"/>
          </ac:spMkLst>
        </pc:spChg>
        <pc:spChg chg="del mod">
          <ac:chgData name="Gerald Feldman" userId="660f4f78-9b9b-4a79-9609-7c79c40cb83c" providerId="ADAL" clId="{8885A9BA-AFED-4C44-86E1-220F64311597}" dt="2026-03-22T18:13:40.146" v="245" actId="478"/>
          <ac:spMkLst>
            <pc:docMk/>
            <pc:sldMk cId="0" sldId="257"/>
            <ac:spMk id="22" creationId="{89FE03CA-2734-6E25-2882-9435F08DE449}"/>
          </ac:spMkLst>
        </pc:spChg>
        <pc:spChg chg="mod">
          <ac:chgData name="Gerald Feldman" userId="660f4f78-9b9b-4a79-9609-7c79c40cb83c" providerId="ADAL" clId="{8885A9BA-AFED-4C44-86E1-220F64311597}" dt="2026-03-22T18:20:16.420" v="334" actId="113"/>
          <ac:spMkLst>
            <pc:docMk/>
            <pc:sldMk cId="0" sldId="257"/>
            <ac:spMk id="23" creationId="{CA91D0C2-021C-F373-6534-3D662492D779}"/>
          </ac:spMkLst>
        </pc:spChg>
        <pc:spChg chg="mod">
          <ac:chgData name="Gerald Feldman" userId="660f4f78-9b9b-4a79-9609-7c79c40cb83c" providerId="ADAL" clId="{8885A9BA-AFED-4C44-86E1-220F64311597}" dt="2026-03-22T18:15:56.952" v="256" actId="20577"/>
          <ac:spMkLst>
            <pc:docMk/>
            <pc:sldMk cId="0" sldId="257"/>
            <ac:spMk id="24" creationId="{EBE23CA1-568A-9DD3-1881-A0205BD4383D}"/>
          </ac:spMkLst>
        </pc:spChg>
        <pc:spChg chg="del mod">
          <ac:chgData name="Gerald Feldman" userId="660f4f78-9b9b-4a79-9609-7c79c40cb83c" providerId="ADAL" clId="{8885A9BA-AFED-4C44-86E1-220F64311597}" dt="2026-03-22T18:04:05.564" v="119" actId="478"/>
          <ac:spMkLst>
            <pc:docMk/>
            <pc:sldMk cId="0" sldId="257"/>
            <ac:spMk id="25" creationId="{7FD839D1-C8C1-0DC4-57CD-F1954B68283F}"/>
          </ac:spMkLst>
        </pc:spChg>
        <pc:spChg chg="del mod">
          <ac:chgData name="Gerald Feldman" userId="660f4f78-9b9b-4a79-9609-7c79c40cb83c" providerId="ADAL" clId="{8885A9BA-AFED-4C44-86E1-220F64311597}" dt="2026-03-22T18:04:28.925" v="123" actId="478"/>
          <ac:spMkLst>
            <pc:docMk/>
            <pc:sldMk cId="0" sldId="257"/>
            <ac:spMk id="26" creationId="{0398E1E5-3E6C-AA29-1215-649CA509CFB8}"/>
          </ac:spMkLst>
        </pc:spChg>
        <pc:spChg chg="del mod">
          <ac:chgData name="Gerald Feldman" userId="660f4f78-9b9b-4a79-9609-7c79c40cb83c" providerId="ADAL" clId="{8885A9BA-AFED-4C44-86E1-220F64311597}" dt="2026-03-22T18:08:48.223" v="164" actId="478"/>
          <ac:spMkLst>
            <pc:docMk/>
            <pc:sldMk cId="0" sldId="257"/>
            <ac:spMk id="27" creationId="{DA65EACF-BC2F-101D-A9B6-B57416CE3560}"/>
          </ac:spMkLst>
        </pc:spChg>
        <pc:spChg chg="del mod">
          <ac:chgData name="Gerald Feldman" userId="660f4f78-9b9b-4a79-9609-7c79c40cb83c" providerId="ADAL" clId="{8885A9BA-AFED-4C44-86E1-220F64311597}" dt="2026-03-22T18:08:46.316" v="163" actId="478"/>
          <ac:spMkLst>
            <pc:docMk/>
            <pc:sldMk cId="0" sldId="257"/>
            <ac:spMk id="28" creationId="{83BF83F9-9B93-4942-060C-4BDA555E4871}"/>
          </ac:spMkLst>
        </pc:spChg>
        <pc:spChg chg="del mod">
          <ac:chgData name="Gerald Feldman" userId="660f4f78-9b9b-4a79-9609-7c79c40cb83c" providerId="ADAL" clId="{8885A9BA-AFED-4C44-86E1-220F64311597}" dt="2026-03-22T18:13:39.075" v="244" actId="478"/>
          <ac:spMkLst>
            <pc:docMk/>
            <pc:sldMk cId="0" sldId="257"/>
            <ac:spMk id="29" creationId="{0C5D2B96-5C35-3AF8-480F-018C15C755A0}"/>
          </ac:spMkLst>
        </pc:spChg>
        <pc:spChg chg="del mod">
          <ac:chgData name="Gerald Feldman" userId="660f4f78-9b9b-4a79-9609-7c79c40cb83c" providerId="ADAL" clId="{8885A9BA-AFED-4C44-86E1-220F64311597}" dt="2026-03-22T18:13:37.641" v="243" actId="478"/>
          <ac:spMkLst>
            <pc:docMk/>
            <pc:sldMk cId="0" sldId="257"/>
            <ac:spMk id="30" creationId="{65D76808-E606-2B8E-888F-07717E63FFD4}"/>
          </ac:spMkLst>
        </pc:spChg>
        <pc:picChg chg="add mod">
          <ac:chgData name="Gerald Feldman" userId="660f4f78-9b9b-4a79-9609-7c79c40cb83c" providerId="ADAL" clId="{8885A9BA-AFED-4C44-86E1-220F64311597}" dt="2026-03-22T18:19:46.140" v="325" actId="1038"/>
          <ac:picMkLst>
            <pc:docMk/>
            <pc:sldMk cId="0" sldId="257"/>
            <ac:picMk id="15" creationId="{8B9ACF84-147A-3DAA-DB67-FEA61C5A1841}"/>
          </ac:picMkLst>
        </pc:picChg>
        <pc:picChg chg="del">
          <ac:chgData name="Gerald Feldman" userId="660f4f78-9b9b-4a79-9609-7c79c40cb83c" providerId="ADAL" clId="{8885A9BA-AFED-4C44-86E1-220F64311597}" dt="2026-03-22T18:17:38.307" v="271" actId="21"/>
          <ac:picMkLst>
            <pc:docMk/>
            <pc:sldMk cId="0" sldId="257"/>
            <ac:picMk id="31" creationId="{90B37426-47F8-D558-12B9-5EAD5C9AA4C2}"/>
          </ac:picMkLst>
        </pc:picChg>
      </pc:sldChg>
      <pc:sldMasterChg chg="addSp modSp mod modSldLayout">
        <pc:chgData name="Gerald Feldman" userId="660f4f78-9b9b-4a79-9609-7c79c40cb83c" providerId="ADAL" clId="{8885A9BA-AFED-4C44-86E1-220F64311597}" dt="2026-03-22T18:18:00.428" v="294" actId="1076"/>
        <pc:sldMasterMkLst>
          <pc:docMk/>
          <pc:sldMasterMk cId="2406378751" sldId="2147483684"/>
        </pc:sldMasterMkLst>
        <pc:picChg chg="add mod">
          <ac:chgData name="Gerald Feldman" userId="660f4f78-9b9b-4a79-9609-7c79c40cb83c" providerId="ADAL" clId="{8885A9BA-AFED-4C44-86E1-220F64311597}" dt="2026-03-22T18:17:55.798" v="292" actId="1037"/>
          <ac:picMkLst>
            <pc:docMk/>
            <pc:sldMasterMk cId="2406378751" sldId="2147483684"/>
            <ac:picMk id="31" creationId="{90B37426-47F8-D558-12B9-5EAD5C9AA4C2}"/>
          </ac:picMkLst>
        </pc:picChg>
        <pc:sldLayoutChg chg="addSp modSp mod">
          <pc:chgData name="Gerald Feldman" userId="660f4f78-9b9b-4a79-9609-7c79c40cb83c" providerId="ADAL" clId="{8885A9BA-AFED-4C44-86E1-220F64311597}" dt="2026-03-22T18:18:00.428" v="294" actId="1076"/>
          <pc:sldLayoutMkLst>
            <pc:docMk/>
            <pc:sldMasterMk cId="2406378751" sldId="2147483684"/>
            <pc:sldLayoutMk cId="3467363064" sldId="2147483691"/>
          </pc:sldLayoutMkLst>
          <pc:picChg chg="add mod">
            <ac:chgData name="Gerald Feldman" userId="660f4f78-9b9b-4a79-9609-7c79c40cb83c" providerId="ADAL" clId="{8885A9BA-AFED-4C44-86E1-220F64311597}" dt="2026-03-22T18:18:00.428" v="294" actId="1076"/>
            <ac:picMkLst>
              <pc:docMk/>
              <pc:sldMasterMk cId="2406378751" sldId="2147483684"/>
              <pc:sldLayoutMk cId="3467363064" sldId="2147483691"/>
              <ac:picMk id="5" creationId="{B5892A26-67EE-8F8B-A35B-7781AFF4EBE6}"/>
            </ac:picMkLst>
          </pc:picChg>
        </pc:sldLayoutChg>
      </pc:sldMasterChg>
    </pc:docChg>
  </pc:docChgLst>
  <pc:docChgLst>
    <pc:chgData name="Amna Dridi" userId="S::amna.dridi@bcu.ac.uk::db1d18fe-1b41-4bfb-9ae2-492bf2be32fb" providerId="AD" clId="Web-{C204AFF7-E0B6-47F3-91CA-975DF3131628}"/>
    <pc:docChg chg="mod">
      <pc:chgData name="Amna Dridi" userId="S::amna.dridi@bcu.ac.uk::db1d18fe-1b41-4bfb-9ae2-492bf2be32fb" providerId="AD" clId="Web-{C204AFF7-E0B6-47F3-91CA-975DF3131628}" dt="2026-03-09T09:53:43.837" v="0"/>
      <pc:docMkLst>
        <pc:docMk/>
      </pc:docMkLst>
    </pc:docChg>
  </pc:docChgLst>
  <pc:docChgLst>
    <pc:chgData name="Sara Hassan" userId="S::sara.hassan@bcu.ac.uk::d27902d9-0807-4afc-88d5-1b6bcbbedacb" providerId="AD" clId="Web-{020B32FC-BF06-36A0-CF32-C56539ECFFD4}"/>
    <pc:docChg chg="mod">
      <pc:chgData name="Sara Hassan" userId="S::sara.hassan@bcu.ac.uk::d27902d9-0807-4afc-88d5-1b6bcbbedacb" providerId="AD" clId="Web-{020B32FC-BF06-36A0-CF32-C56539ECFFD4}" dt="2026-02-24T15:19:16.352" v="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BCU Logo&#10;">
            <a:extLst>
              <a:ext uri="{FF2B5EF4-FFF2-40B4-BE49-F238E27FC236}">
                <a16:creationId xmlns:a16="http://schemas.microsoft.com/office/drawing/2014/main" id="{B5892A26-67EE-8F8B-A35B-7781AFF4E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74520" y="301711"/>
            <a:ext cx="1879274" cy="3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63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4844" y="806913"/>
            <a:ext cx="9218950" cy="292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844" y="4034547"/>
            <a:ext cx="9218950" cy="9616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4844" y="14047243"/>
            <a:ext cx="2404944" cy="806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2669D-33D1-4404-A99D-C4224B9C8823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0612" y="14047243"/>
            <a:ext cx="3607415" cy="806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8850" y="14047243"/>
            <a:ext cx="2404944" cy="806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Picture 30" descr="BCU Logo&#10;">
            <a:extLst>
              <a:ext uri="{FF2B5EF4-FFF2-40B4-BE49-F238E27FC236}">
                <a16:creationId xmlns:a16="http://schemas.microsoft.com/office/drawing/2014/main" id="{90B37426-47F8-D558-12B9-5EAD5C9AA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78115" y="116730"/>
            <a:ext cx="1879274" cy="3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7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1068842" rtl="0" eaLnBrk="1" latinLnBrk="0" hangingPunct="1">
        <a:lnSpc>
          <a:spcPct val="90000"/>
        </a:lnSpc>
        <a:spcBef>
          <a:spcPct val="0"/>
        </a:spcBef>
        <a:buNone/>
        <a:defRPr sz="51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211" indent="-267211" algn="l" defTabSz="1068842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3" kern="1200">
          <a:solidFill>
            <a:schemeClr val="tx1"/>
          </a:solidFill>
          <a:latin typeface="+mn-lt"/>
          <a:ea typeface="+mn-ea"/>
          <a:cs typeface="+mn-cs"/>
        </a:defRPr>
      </a:lvl1pPr>
      <a:lvl2pPr marL="801632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805" kern="1200">
          <a:solidFill>
            <a:schemeClr val="tx1"/>
          </a:solidFill>
          <a:latin typeface="+mn-lt"/>
          <a:ea typeface="+mn-ea"/>
          <a:cs typeface="+mn-cs"/>
        </a:defRPr>
      </a:lvl2pPr>
      <a:lvl3pPr marL="1336053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870474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404895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939316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473737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4008158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542579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1pPr>
      <a:lvl2pPr marL="534421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1068842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3pPr>
      <a:lvl4pPr marL="1603263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137684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672105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206526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3740948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275369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1262157-D873-1596-CF86-6AB49379A25A}"/>
              </a:ext>
            </a:extLst>
          </p:cNvPr>
          <p:cNvSpPr/>
          <p:nvPr/>
        </p:nvSpPr>
        <p:spPr>
          <a:xfrm>
            <a:off x="190352" y="7577931"/>
            <a:ext cx="6562156" cy="61722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The prototype can load local speech recognition models.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Basic Chinese phrase-level recognition was achieved.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A Windows prototype and a basic Android version were implemented.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Offline recognition was feasible, but performance depends on device environment and noise level.</a:t>
            </a:r>
            <a:endParaRPr lang="en-GB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ABE857-58D1-A2EA-09C1-70758AD918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628" y="7632586"/>
            <a:ext cx="2135505" cy="211041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7C7119D-BBE0-B136-4EC1-D3F92F4408DD}"/>
              </a:ext>
            </a:extLst>
          </p:cNvPr>
          <p:cNvSpPr/>
          <p:nvPr/>
        </p:nvSpPr>
        <p:spPr>
          <a:xfrm>
            <a:off x="116820" y="42106"/>
            <a:ext cx="10376102" cy="18925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6000" b="1">
                <a:solidFill>
                  <a:srgbClr val="FFFFFF"/>
                </a:solidFill>
                <a:latin typeface="Calibri"/>
              </a:defRPr>
            </a:pP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An Offline Speech Recognition-Assisted Application for Chinese and Other Language Learning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Shu Wang| Richard Davies | BSc (Hons) Computer Game Technology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91D0C2-021C-F373-6534-3D662492D779}"/>
              </a:ext>
            </a:extLst>
          </p:cNvPr>
          <p:cNvSpPr/>
          <p:nvPr/>
        </p:nvSpPr>
        <p:spPr>
          <a:xfrm>
            <a:off x="190351" y="14516737"/>
            <a:ext cx="10376103" cy="576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| GitHub | QR Code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E23CA1-568A-9DD3-1881-A0205BD4383D}"/>
              </a:ext>
            </a:extLst>
          </p:cNvPr>
          <p:cNvSpPr txBox="1"/>
          <p:nvPr/>
        </p:nvSpPr>
        <p:spPr>
          <a:xfrm>
            <a:off x="-5377948" y="11875313"/>
            <a:ext cx="42402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| GitHub | QR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C7FD3E-34AB-B1E1-06B8-B6A30E4A896E}"/>
              </a:ext>
            </a:extLst>
          </p:cNvPr>
          <p:cNvSpPr/>
          <p:nvPr/>
        </p:nvSpPr>
        <p:spPr>
          <a:xfrm>
            <a:off x="116820" y="2158095"/>
            <a:ext cx="3251201" cy="51583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Chinese pronunciation is difficult for beginners because Mandarin is a tonal language.</a:t>
            </a:r>
          </a:p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existing learning apps provides simple “correct” or “incorrect” feedback most.</a:t>
            </a:r>
          </a:p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explores offline speech recognition as a foundation for future pronunciation feedback.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3CEC3A-E351-F164-E3D6-C30A6E531DF9}"/>
              </a:ext>
            </a:extLst>
          </p:cNvPr>
          <p:cNvSpPr/>
          <p:nvPr/>
        </p:nvSpPr>
        <p:spPr>
          <a:xfrm>
            <a:off x="3498748" y="2158095"/>
            <a:ext cx="3119385" cy="24878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  <a:defRPr sz="2400" b="0">
                <a:solidFill>
                  <a:srgbClr val="3C3C3C"/>
                </a:solidFill>
              </a:defRPr>
            </a:pPr>
            <a:r>
              <a:rPr lang="en-GB" sz="1400" b="1" dirty="0">
                <a:solidFill>
                  <a:schemeClr val="tx1"/>
                </a:solidFill>
                <a:latin typeface="Arial"/>
                <a:cs typeface="Arial"/>
              </a:rPr>
              <a:t>Existing apps provide limited pronunciation feedback.</a:t>
            </a:r>
          </a:p>
          <a:p>
            <a:pPr marL="342900" indent="-342900" algn="ctr">
              <a:buFont typeface="Arial" panose="020B0604020202020204" pitchFamily="34" charset="0"/>
              <a:buChar char="•"/>
              <a:defRPr sz="2400" b="0">
                <a:solidFill>
                  <a:srgbClr val="3C3C3C"/>
                </a:solidFill>
              </a:defRPr>
            </a:pPr>
            <a:r>
              <a:rPr lang="en-GB" sz="1400" b="1" dirty="0">
                <a:solidFill>
                  <a:schemeClr val="tx1"/>
                </a:solidFill>
                <a:latin typeface="Arial"/>
                <a:cs typeface="Arial"/>
              </a:rPr>
              <a:t>Cloud-based recognition may cause privacy, latency, and internet-dependency issues.</a:t>
            </a:r>
          </a:p>
          <a:p>
            <a:pPr marL="342900" indent="-342900" algn="ctr">
              <a:buFont typeface="Arial" panose="020B0604020202020204" pitchFamily="34" charset="0"/>
              <a:buChar char="•"/>
              <a:defRPr sz="2400" b="0">
                <a:solidFill>
                  <a:srgbClr val="3C3C3C"/>
                </a:solidFill>
              </a:defRPr>
            </a:pPr>
            <a:r>
              <a:rPr lang="en-GB" sz="1400" b="1" dirty="0">
                <a:solidFill>
                  <a:schemeClr val="tx1"/>
                </a:solidFill>
                <a:latin typeface="Arial"/>
                <a:cs typeface="Arial"/>
              </a:rPr>
              <a:t>Beginners need clearer and faster support when practising pronunciation independently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56E95-E7D7-D772-F2CA-F10192352425}"/>
              </a:ext>
            </a:extLst>
          </p:cNvPr>
          <p:cNvSpPr/>
          <p:nvPr/>
        </p:nvSpPr>
        <p:spPr>
          <a:xfrm>
            <a:off x="3516140" y="4828610"/>
            <a:ext cx="3101993" cy="24878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Aim: To build an offline speech recognition prototype for Chinese language learning and future pronunciation feedback.</a:t>
            </a:r>
          </a:p>
          <a:p>
            <a:pPr algn="ctr"/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Object: Use whisper.cpp for local speech recognition.</a:t>
            </a:r>
          </a:p>
          <a:p>
            <a:pPr algn="ctr"/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basic recording and transcription interface.</a:t>
            </a:r>
          </a:p>
          <a:p>
            <a:pPr algn="ctr"/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phrase-level Chinese recognition.</a:t>
            </a:r>
          </a:p>
          <a:p>
            <a:pPr algn="ctr"/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 Android deployment.</a:t>
            </a:r>
          </a:p>
          <a:p>
            <a:pPr algn="ctr"/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limitations and future improvements.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6CBD5-50D5-6A2F-CDAC-BB12D789772A}"/>
              </a:ext>
            </a:extLst>
          </p:cNvPr>
          <p:cNvSpPr/>
          <p:nvPr/>
        </p:nvSpPr>
        <p:spPr>
          <a:xfrm>
            <a:off x="6904901" y="2196167"/>
            <a:ext cx="3544313" cy="31390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algn="ctr">
              <a:defRPr sz="2800" b="1">
                <a:solidFill>
                  <a:srgbClr val="0A1F44"/>
                </a:solidFill>
              </a:defRPr>
            </a:pPr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FEE14C-A8AE-8B6F-DBE0-BA9FACDC0C24}"/>
              </a:ext>
            </a:extLst>
          </p:cNvPr>
          <p:cNvSpPr/>
          <p:nvPr/>
        </p:nvSpPr>
        <p:spPr>
          <a:xfrm>
            <a:off x="6904901" y="5548745"/>
            <a:ext cx="3588021" cy="31390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algn="ctr"/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F8C09F-606C-843C-B801-78CE17CF991E}"/>
              </a:ext>
            </a:extLst>
          </p:cNvPr>
          <p:cNvSpPr/>
          <p:nvPr/>
        </p:nvSpPr>
        <p:spPr>
          <a:xfrm>
            <a:off x="6904901" y="8888819"/>
            <a:ext cx="3588021" cy="30420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The project shows that offline ASR can support privacy-friendly and low-latency language learning.</a:t>
            </a:r>
          </a:p>
          <a:p>
            <a:pPr algn="ctr"/>
            <a:r>
              <a:rPr lang="en-GB" sz="1600" b="1" dirty="0"/>
              <a:t>However, the current version is still a technical prototype, not a complete pronunciation-learning product.</a:t>
            </a:r>
          </a:p>
          <a:p>
            <a:pPr algn="ctr"/>
            <a:r>
              <a:rPr lang="en-GB" sz="1600" b="1" dirty="0"/>
              <a:t>The main challenges were Android integration, model loading, dependency linking, and noise sensitivity.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D3867-7FB0-2B1B-E667-238035004609}"/>
              </a:ext>
            </a:extLst>
          </p:cNvPr>
          <p:cNvSpPr/>
          <p:nvPr/>
        </p:nvSpPr>
        <p:spPr>
          <a:xfrm>
            <a:off x="6904901" y="12059979"/>
            <a:ext cx="3588021" cy="16902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This project successfully developed a working offline speech recognition prototype for Chinese language learning</a:t>
            </a:r>
            <a:r>
              <a:rPr lang="en-GB" sz="1600" b="1" dirty="0"/>
              <a:t>.</a:t>
            </a:r>
          </a:p>
          <a:p>
            <a:pPr algn="ctr"/>
            <a:r>
              <a:rPr lang="en-GB" sz="1400" b="1" dirty="0"/>
              <a:t>Will add pronunciation scoring and tone feedback. Also, will improve Android performance.</a:t>
            </a:r>
          </a:p>
          <a:p>
            <a:pPr algn="ctr"/>
            <a:endParaRPr lang="en-GB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119F64-6EDC-4164-A629-E61EF4E8D722}"/>
              </a:ext>
            </a:extLst>
          </p:cNvPr>
          <p:cNvSpPr/>
          <p:nvPr/>
        </p:nvSpPr>
        <p:spPr>
          <a:xfrm>
            <a:off x="217569" y="13877956"/>
            <a:ext cx="10253499" cy="5767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000" b="1" dirty="0"/>
              <a:t>Radford et al. (2023) / </a:t>
            </a:r>
            <a:r>
              <a:rPr lang="en-GB" sz="2000" b="1" dirty="0" err="1"/>
              <a:t>ggml</a:t>
            </a:r>
            <a:r>
              <a:rPr lang="en-GB" sz="2000" b="1" dirty="0"/>
              <a:t>-org (2026) / Han et al. (2019) /Farran &amp; Morett (2024)</a:t>
            </a:r>
            <a:endParaRPr lang="en-GB" sz="2000" dirty="0"/>
          </a:p>
        </p:txBody>
      </p:sp>
      <p:pic>
        <p:nvPicPr>
          <p:cNvPr id="15" name="Picture 14" descr="BCU Logo&#10;">
            <a:extLst>
              <a:ext uri="{FF2B5EF4-FFF2-40B4-BE49-F238E27FC236}">
                <a16:creationId xmlns:a16="http://schemas.microsoft.com/office/drawing/2014/main" id="{8B9ACF84-147A-3DAA-DB67-FEA61C5A1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688" y="116730"/>
            <a:ext cx="2475187" cy="498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10A55E-842E-C5BE-4E09-E1776A6E9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01" y="2196167"/>
            <a:ext cx="2934942" cy="31306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A32A3D-D8A2-C114-F32C-D72BAF4F74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1768" y="5588267"/>
            <a:ext cx="3714286" cy="30857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2F7B741-79F6-AF21-98BD-062BB7570B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38" y="7681077"/>
            <a:ext cx="3835962" cy="20619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5A437BE-D2C7-A093-E902-675B5BD4C6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839" y="11480800"/>
            <a:ext cx="4596602" cy="22114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240</TotalTime>
  <Words>309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Birmingham City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Feldman</dc:creator>
  <cp:lastModifiedBy>Shu Wang</cp:lastModifiedBy>
  <cp:revision>20</cp:revision>
  <cp:lastPrinted>2026-05-10T01:34:01Z</cp:lastPrinted>
  <dcterms:created xsi:type="dcterms:W3CDTF">2026-02-20T10:11:09Z</dcterms:created>
  <dcterms:modified xsi:type="dcterms:W3CDTF">2026-05-10T01:34:12Z</dcterms:modified>
</cp:coreProperties>
</file>